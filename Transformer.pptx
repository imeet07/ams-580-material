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34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4480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Chapter: Transformer for Sequence Modeling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5989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Weihao Wang • AMS 580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5669280"/>
            <a:ext cx="32918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move beyond RNN/LSTM?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252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1430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models process tokens or time steps sequentially, which limits parallelism and can make long-range dependencies harder to learn.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 replace recurrence with self-attention: every position can directly attend to all positions inside the input window.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642616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architecture became dominant in NLP and is now widely used for time-series, multimodal modeling, and foundation models.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transformer encoder block at a glance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8346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41732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48716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</a:rPr>
              <a:t>Input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</a:rPr>
              <a:t>sequence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23160" y="2505456"/>
            <a:ext cx="548640" cy="384048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63240" y="1737360"/>
            <a:ext cx="1828800" cy="1874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23260" y="2340864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</a:rPr>
              <a:t>Multi-Head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</a:rPr>
              <a:t>Self-Attention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120640" y="2505456"/>
            <a:ext cx="548640" cy="384048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0" y="1737360"/>
            <a:ext cx="1874520" cy="1874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97880" y="2422144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</a:rPr>
              <a:t>Feed-Forward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</a:rPr>
              <a:t>Network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18120" y="2505456"/>
            <a:ext cx="548640" cy="384048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58200" y="2377440"/>
            <a:ext cx="192024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96528" y="248716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532D"/>
                </a:solidFill>
              </a:rPr>
              <a:t>Prediction /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532D"/>
                </a:solidFill>
              </a:rPr>
              <a:t>class 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588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75569"/>
                </a:solidFill>
              </a:rPr>
              <a:t>Add &amp; Norm around each sublayer + positional encoding before attention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1143000"/>
            <a:ext cx="310896" cy="292608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65576" y="1188720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Q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94760" y="1143000"/>
            <a:ext cx="310896" cy="292608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77056" y="1188720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1143000"/>
            <a:ext cx="310896" cy="292608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88536" y="1188720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V</a:t>
            </a:r>
            <a:endParaRPr lang="en-US"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22D4CB-4595-9F31-EFE0-7F42A2670A94}"/>
              </a:ext>
            </a:extLst>
          </p:cNvPr>
          <p:cNvSpPr txBox="1"/>
          <p:nvPr/>
        </p:nvSpPr>
        <p:spPr>
          <a:xfrm>
            <a:off x="2235200" y="4033520"/>
            <a:ext cx="5387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Query: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am</a:t>
            </a:r>
            <a:r>
              <a:rPr lang="zh-CN" altLang="en-US" dirty="0"/>
              <a:t> </a:t>
            </a:r>
            <a:r>
              <a:rPr lang="en-US" altLang="zh-CN" dirty="0"/>
              <a:t>looking</a:t>
            </a:r>
            <a:r>
              <a:rPr lang="zh-CN" altLang="en-US" dirty="0"/>
              <a:t> </a:t>
            </a:r>
            <a:r>
              <a:rPr lang="en-US" altLang="zh-CN" dirty="0"/>
              <a:t>for?</a:t>
            </a:r>
          </a:p>
          <a:p>
            <a:r>
              <a:rPr lang="en-US" altLang="zh-CN" dirty="0"/>
              <a:t>Key: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info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matched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others?</a:t>
            </a:r>
          </a:p>
          <a:p>
            <a:r>
              <a:rPr lang="en-US" altLang="zh-CN" dirty="0"/>
              <a:t>Value: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me?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Self-attention intuition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252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1430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position, the model forms a query, key, and value vector.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scores measure how relevant the other positions are to the current 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642616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 representation is a weighted average of value vectors, where the weights come from normalized attention scores.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formulas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2860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440680" cy="4983480"/>
          </a:xfrm>
          <a:prstGeom prst="roundRect">
            <a:avLst>
              <a:gd name="adj" fmla="val 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44768" y="1234440"/>
            <a:ext cx="5404104" cy="4983480"/>
          </a:xfrm>
          <a:prstGeom prst="roundRect">
            <a:avLst>
              <a:gd name="adj" fmla="val 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dot-product attention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73368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multi-head attention?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1993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Attention(Q, K, V) = softmax(QKᵀ / √dₖ) 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scaling by √dₖ stabilizes training when the key dimension is large.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3101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2369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converts similarity scores into weights that sum to 1.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01968" y="19202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heads can focus on different dependency patterns.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19088" y="265176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01968" y="257860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head may capture local structure while another captures broader context.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19088" y="33101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01968" y="32369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outputs of all heads are concatenated and projected back to the model dimension.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Positional information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252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1430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attention alone is permutation-invariant, the model needs position information.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choices are sinusoidal positional encodings or learned positional embeddings.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642616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time-series applications, order can also be conveyed through engineered time features and chronological windows.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vs RNN/LSTM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2860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440680" cy="4983480"/>
          </a:xfrm>
          <a:prstGeom prst="roundRect">
            <a:avLst>
              <a:gd name="adj" fmla="val 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44768" y="1234440"/>
            <a:ext cx="5404104" cy="4983480"/>
          </a:xfrm>
          <a:prstGeom prst="roundRect">
            <a:avLst>
              <a:gd name="adj" fmla="val 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 of transformers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73368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to discuss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1993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training across sequence positions.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access to long-range dependencies inside the input window.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3101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2369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performance when enough data and compute are available.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01968" y="19202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cost grows with sequence length.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19088" y="265176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01968" y="257860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needs more data and tuning than a small recurrent baseline.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19088" y="33101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01968" y="32369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care, it can overfit on short noisy series.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tuning parameters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252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1430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num_heads: number of attention heads; more heads increase representation diversity but also complexity.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key_dim: latent dimension per head; controls attention capacity.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642616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ff_dim: width of the feed-forward network inside the encoder block.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3392424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dropout, learning rate, batch size, and sequence length all strongly affect generalization.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Keras3 implementation notes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252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1430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explicit Input layer first, then layer_multi_head_attention() inside the functional API.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residual connections, layer normalization, and a feed-forward block to form an encoder layer.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642616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regression, a common final stack is global pooling → dense layer(s) → one output unit with mse loss.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workflow for the exercise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252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1430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split chronological: training first, then validation, then testing.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using training-set statistics only, then create 3D arrays with shape [samples, timesteps, features].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642616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 compact LSTM baseline against a compact Transformer encoder using test MSE and forecast plots.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is a transformer a good choice?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2560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252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14300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long-range context inside the input window matters.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have multiple correlated features and enough data to train a richer sequence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642616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interpretability of attention patterns or modern deployment alignment with foundation-model ideas is useful.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2412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10972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0" y="18288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&amp; Rmd solution included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637</Words>
  <Application>Microsoft Macintosh PowerPoint</Application>
  <PresentationFormat>Widescreen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Transformer chapter</dc:subject>
  <dc:creator>OpenAI</dc:creator>
  <cp:lastModifiedBy>Weihao Wang</cp:lastModifiedBy>
  <cp:revision>2</cp:revision>
  <dcterms:created xsi:type="dcterms:W3CDTF">2026-04-20T21:51:47Z</dcterms:created>
  <dcterms:modified xsi:type="dcterms:W3CDTF">2026-04-21T20:00:51Z</dcterms:modified>
</cp:coreProperties>
</file>